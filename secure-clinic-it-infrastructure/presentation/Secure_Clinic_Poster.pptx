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AB48B4-EB7B-426F-8B33-EBCE8254E8AA}" v="24" dt="2026-07-12T23:15:11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3" d="100"/>
          <a:sy n="23" d="100"/>
        </p:scale>
        <p:origin x="654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i mohammed" userId="a3b4966e38a4eeec" providerId="LiveId" clId="{7A56F860-85DA-44D2-8A1D-AFFE5288B0EE}"/>
    <pc:docChg chg="undo custSel modSld">
      <pc:chgData name="sonali mohammed" userId="a3b4966e38a4eeec" providerId="LiveId" clId="{7A56F860-85DA-44D2-8A1D-AFFE5288B0EE}" dt="2026-07-12T23:16:25.651" v="203" actId="14100"/>
      <pc:docMkLst>
        <pc:docMk/>
      </pc:docMkLst>
      <pc:sldChg chg="addSp delSp modSp mod">
        <pc:chgData name="sonali mohammed" userId="a3b4966e38a4eeec" providerId="LiveId" clId="{7A56F860-85DA-44D2-8A1D-AFFE5288B0EE}" dt="2026-07-12T23:16:25.651" v="203" actId="14100"/>
        <pc:sldMkLst>
          <pc:docMk/>
          <pc:sldMk cId="0" sldId="256"/>
        </pc:sldMkLst>
        <pc:spChg chg="mod">
          <ac:chgData name="sonali mohammed" userId="a3b4966e38a4eeec" providerId="LiveId" clId="{7A56F860-85DA-44D2-8A1D-AFFE5288B0EE}" dt="2026-07-12T22:57:18.762" v="136" actId="255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sonali mohammed" userId="a3b4966e38a4eeec" providerId="LiveId" clId="{7A56F860-85DA-44D2-8A1D-AFFE5288B0EE}" dt="2026-07-12T23:03:48.819" v="165" actId="478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sonali mohammed" userId="a3b4966e38a4eeec" providerId="LiveId" clId="{7A56F860-85DA-44D2-8A1D-AFFE5288B0EE}" dt="2026-07-12T23:01:52.720" v="149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sonali mohammed" userId="a3b4966e38a4eeec" providerId="LiveId" clId="{7A56F860-85DA-44D2-8A1D-AFFE5288B0EE}" dt="2026-07-12T22:56:16.799" v="126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sonali mohammed" userId="a3b4966e38a4eeec" providerId="LiveId" clId="{7A56F860-85DA-44D2-8A1D-AFFE5288B0EE}" dt="2026-07-12T23:00:31.073" v="138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sonali mohammed" userId="a3b4966e38a4eeec" providerId="LiveId" clId="{7A56F860-85DA-44D2-8A1D-AFFE5288B0EE}" dt="2026-07-12T23:15:22.054" v="199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sonali mohammed" userId="a3b4966e38a4eeec" providerId="LiveId" clId="{7A56F860-85DA-44D2-8A1D-AFFE5288B0EE}" dt="2026-07-12T22:49:31.068" v="116" actId="255"/>
          <ac:spMkLst>
            <pc:docMk/>
            <pc:sldMk cId="0" sldId="256"/>
            <ac:spMk id="22" creationId="{00000000-0000-0000-0000-000000000000}"/>
          </ac:spMkLst>
        </pc:spChg>
        <pc:spChg chg="add mod">
          <ac:chgData name="sonali mohammed" userId="a3b4966e38a4eeec" providerId="LiveId" clId="{7A56F860-85DA-44D2-8A1D-AFFE5288B0EE}" dt="2026-07-12T22:47:45.680" v="66"/>
          <ac:spMkLst>
            <pc:docMk/>
            <pc:sldMk cId="0" sldId="256"/>
            <ac:spMk id="34" creationId="{DA0E6CE7-FBE0-D5E4-3874-BEE572EFC360}"/>
          </ac:spMkLst>
        </pc:spChg>
        <pc:spChg chg="add mod">
          <ac:chgData name="sonali mohammed" userId="a3b4966e38a4eeec" providerId="LiveId" clId="{7A56F860-85DA-44D2-8A1D-AFFE5288B0EE}" dt="2026-07-12T22:47:58.444" v="68"/>
          <ac:spMkLst>
            <pc:docMk/>
            <pc:sldMk cId="0" sldId="256"/>
            <ac:spMk id="36" creationId="{D7B1D061-DFD5-A873-AE89-9754109D8A1C}"/>
          </ac:spMkLst>
        </pc:spChg>
        <pc:spChg chg="add mod">
          <ac:chgData name="sonali mohammed" userId="a3b4966e38a4eeec" providerId="LiveId" clId="{7A56F860-85DA-44D2-8A1D-AFFE5288B0EE}" dt="2026-07-12T22:48:05.988" v="72"/>
          <ac:spMkLst>
            <pc:docMk/>
            <pc:sldMk cId="0" sldId="256"/>
            <ac:spMk id="38" creationId="{F882513D-E72B-016E-0CEA-03426D7907E3}"/>
          </ac:spMkLst>
        </pc:spChg>
        <pc:spChg chg="add mod">
          <ac:chgData name="sonali mohammed" userId="a3b4966e38a4eeec" providerId="LiveId" clId="{7A56F860-85DA-44D2-8A1D-AFFE5288B0EE}" dt="2026-07-12T22:48:25.345" v="78"/>
          <ac:spMkLst>
            <pc:docMk/>
            <pc:sldMk cId="0" sldId="256"/>
            <ac:spMk id="40" creationId="{115B9FF1-693D-7200-066C-17ED7A94BADD}"/>
          </ac:spMkLst>
        </pc:spChg>
        <pc:spChg chg="add mod">
          <ac:chgData name="sonali mohammed" userId="a3b4966e38a4eeec" providerId="LiveId" clId="{7A56F860-85DA-44D2-8A1D-AFFE5288B0EE}" dt="2026-07-12T23:02:43.499" v="162" actId="255"/>
          <ac:spMkLst>
            <pc:docMk/>
            <pc:sldMk cId="0" sldId="256"/>
            <ac:spMk id="43" creationId="{C66E4F35-CCF0-A514-4553-6B7150BA7104}"/>
          </ac:spMkLst>
        </pc:spChg>
        <pc:graphicFrameChg chg="add mod">
          <ac:chgData name="sonali mohammed" userId="a3b4966e38a4eeec" providerId="LiveId" clId="{7A56F860-85DA-44D2-8A1D-AFFE5288B0EE}" dt="2026-07-12T22:47:43.495" v="65"/>
          <ac:graphicFrameMkLst>
            <pc:docMk/>
            <pc:sldMk cId="0" sldId="256"/>
            <ac:graphicFrameMk id="33" creationId="{9171B6D9-7ED3-29DD-F2E3-EC76493F2AA8}"/>
          </ac:graphicFrameMkLst>
        </pc:graphicFrameChg>
        <pc:graphicFrameChg chg="add mod">
          <ac:chgData name="sonali mohammed" userId="a3b4966e38a4eeec" providerId="LiveId" clId="{7A56F860-85DA-44D2-8A1D-AFFE5288B0EE}" dt="2026-07-12T22:47:55.461" v="67"/>
          <ac:graphicFrameMkLst>
            <pc:docMk/>
            <pc:sldMk cId="0" sldId="256"/>
            <ac:graphicFrameMk id="35" creationId="{63F7960B-3CE1-F3B0-0E14-D7B8B9FB8C36}"/>
          </ac:graphicFrameMkLst>
        </pc:graphicFrameChg>
        <pc:graphicFrameChg chg="add mod">
          <ac:chgData name="sonali mohammed" userId="a3b4966e38a4eeec" providerId="LiveId" clId="{7A56F860-85DA-44D2-8A1D-AFFE5288B0EE}" dt="2026-07-12T22:48:03.193" v="71"/>
          <ac:graphicFrameMkLst>
            <pc:docMk/>
            <pc:sldMk cId="0" sldId="256"/>
            <ac:graphicFrameMk id="37" creationId="{2E7B90BB-D673-C345-043B-5C1F0FEEC4E7}"/>
          </ac:graphicFrameMkLst>
        </pc:graphicFrameChg>
        <pc:graphicFrameChg chg="add mod">
          <ac:chgData name="sonali mohammed" userId="a3b4966e38a4eeec" providerId="LiveId" clId="{7A56F860-85DA-44D2-8A1D-AFFE5288B0EE}" dt="2026-07-12T22:48:23.537" v="77" actId="1076"/>
          <ac:graphicFrameMkLst>
            <pc:docMk/>
            <pc:sldMk cId="0" sldId="256"/>
            <ac:graphicFrameMk id="39" creationId="{94AED50A-1644-E219-3C24-27184A6FAE9D}"/>
          </ac:graphicFrameMkLst>
        </pc:graphicFrameChg>
        <pc:picChg chg="add mod">
          <ac:chgData name="sonali mohammed" userId="a3b4966e38a4eeec" providerId="LiveId" clId="{7A56F860-85DA-44D2-8A1D-AFFE5288B0EE}" dt="2026-07-12T22:50:49.213" v="123" actId="14100"/>
          <ac:picMkLst>
            <pc:docMk/>
            <pc:sldMk cId="0" sldId="256"/>
            <ac:picMk id="42" creationId="{E4205768-0EE6-EA3F-2299-48B7A040FE20}"/>
          </ac:picMkLst>
        </pc:picChg>
        <pc:picChg chg="add mod">
          <ac:chgData name="sonali mohammed" userId="a3b4966e38a4eeec" providerId="LiveId" clId="{7A56F860-85DA-44D2-8A1D-AFFE5288B0EE}" dt="2026-07-12T23:14:20.036" v="170" actId="14100"/>
          <ac:picMkLst>
            <pc:docMk/>
            <pc:sldMk cId="0" sldId="256"/>
            <ac:picMk id="45" creationId="{585323BE-4A0E-8C31-33A4-8281EA2EB8CC}"/>
          </ac:picMkLst>
        </pc:picChg>
        <pc:picChg chg="add mod">
          <ac:chgData name="sonali mohammed" userId="a3b4966e38a4eeec" providerId="LiveId" clId="{7A56F860-85DA-44D2-8A1D-AFFE5288B0EE}" dt="2026-07-12T23:16:25.651" v="203" actId="14100"/>
          <ac:picMkLst>
            <pc:docMk/>
            <pc:sldMk cId="0" sldId="256"/>
            <ac:picMk id="47" creationId="{9EE8E0E9-EA43-090A-C2C5-2BE7C3670B4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://linkedin.com/in/sonali-lilah" TargetMode="External"/><Relationship Id="rId7" Type="http://schemas.openxmlformats.org/officeDocument/2006/relationships/hyperlink" Target="https://www.linkedin.com/in/ds306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in/david-alonso-8345423a3" TargetMode="External"/><Relationship Id="rId5" Type="http://schemas.openxmlformats.org/officeDocument/2006/relationships/hyperlink" Target="https://www.linkedin.com/in/santiago-ferreira-77a489231/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://www.linkedin.com/in/justin-barroso-7a9756228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ight-Foundation-School-of-Computing-and-Information-Sciences-Full-Color-Horiz-Digital-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9144000" cy="28235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912560" y="548640"/>
            <a:ext cx="118872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400" b="1" dirty="0">
                <a:solidFill>
                  <a:srgbClr val="081E3F"/>
                </a:solidFill>
                <a:latin typeface="Proxima Nova"/>
                <a:ea typeface="Proxima Nova"/>
                <a:cs typeface="Proxima Nova"/>
              </a:rPr>
              <a:t>Capstone Project Virtual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60" y="1312277"/>
            <a:ext cx="118872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dirty="0"/>
              <a:t>Summer 2026 — Capstone Showcase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72364" y="3803452"/>
            <a:ext cx="11139054" cy="603955"/>
          </a:xfrm>
          <a:prstGeom prst="roundRect">
            <a:avLst/>
          </a:prstGeom>
          <a:solidFill>
            <a:srgbClr val="D1A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 i="0" dirty="0">
                <a:solidFill>
                  <a:srgbClr val="081E3F"/>
                </a:solidFill>
                <a:latin typeface="Proxima Nova"/>
                <a:ea typeface="Proxima Nova"/>
                <a:cs typeface="Proxima Nova"/>
              </a:rPr>
              <a:t>Information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572000"/>
            <a:ext cx="43891200" cy="137160"/>
          </a:xfrm>
          <a:prstGeom prst="rect">
            <a:avLst/>
          </a:prstGeom>
          <a:solidFill>
            <a:srgbClr val="D1A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10355580" cy="914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Proxima Nova"/>
                <a:ea typeface="Proxima Nova"/>
                <a:cs typeface="Proxima Nova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0355580" cy="5416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dirty="0"/>
              <a:t>Small healthcare clinics handle sensitive patient data but often lack enterprise-level security, centralized authentication, and secure remote access.</a:t>
            </a:r>
          </a:p>
          <a:p>
            <a:r>
              <a:rPr sz="4400" dirty="0"/>
              <a:t>• Risk of unauthorized access</a:t>
            </a:r>
          </a:p>
          <a:p>
            <a:r>
              <a:rPr sz="4400" dirty="0"/>
              <a:t>• Increasing cyber threats</a:t>
            </a:r>
          </a:p>
          <a:p>
            <a:r>
              <a:rPr sz="4400" dirty="0"/>
              <a:t>• Need for scalable cloud infrastructure</a:t>
            </a:r>
          </a:p>
          <a:p>
            <a:r>
              <a:rPr sz="4400" dirty="0"/>
              <a:t>• Limited IT resources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721840"/>
            <a:ext cx="10355580" cy="914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Proxima Nova"/>
                <a:ea typeface="Proxima Nova"/>
                <a:cs typeface="Proxima Nova"/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093440"/>
            <a:ext cx="10355580" cy="5416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dirty="0"/>
              <a:t>Our project implements a secure cloud-based IT infrastructure using Microsoft Azure. The solution integrates Active Directory, Microsoft Entra ID, Microsoft Intune, OpenVPN, Windows Defender Firewall, and Role-Based Access Control (RBAC) to protect patient information and improve system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845383"/>
            <a:ext cx="10355580" cy="2708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dirty="0"/>
              <a:t>• Azure-hosted infrastructure</a:t>
            </a:r>
          </a:p>
          <a:p>
            <a:r>
              <a:rPr sz="4400" dirty="0"/>
              <a:t>• Secure remote VPN access with MFA</a:t>
            </a:r>
          </a:p>
          <a:p>
            <a:r>
              <a:rPr sz="4400" dirty="0"/>
              <a:t>• Centralized identity &amp; endpoint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61420" y="5074920"/>
            <a:ext cx="10355580" cy="914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Proxima Nova"/>
                <a:ea typeface="Proxima Nova"/>
                <a:cs typeface="Proxima Nova"/>
              </a:rPr>
              <a:t>Architecture &amp; 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61420" y="6309360"/>
            <a:ext cx="10355580" cy="16459200"/>
          </a:xfrm>
          <a:prstGeom prst="rect">
            <a:avLst/>
          </a:prstGeom>
          <a:solidFill>
            <a:srgbClr val="F2F2F2"/>
          </a:solidFill>
          <a:ln w="19050">
            <a:solidFill>
              <a:srgbClr val="08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Insert Secure Clinic Network Architecture Diagram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1420" y="23225760"/>
            <a:ext cx="10355580" cy="2031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dirty="0"/>
              <a:t>• Azure Virtual Machines</a:t>
            </a:r>
          </a:p>
          <a:p>
            <a:r>
              <a:rPr sz="4400" dirty="0"/>
              <a:t>• Active Directory &amp; Microsoft Entra ID</a:t>
            </a:r>
          </a:p>
          <a:p>
            <a:r>
              <a:rPr sz="4400" dirty="0"/>
              <a:t>• Secure VPN and firewall protection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174200" y="5074920"/>
            <a:ext cx="10355580" cy="914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Proxima Nova"/>
                <a:ea typeface="Proxima Nova"/>
                <a:cs typeface="Proxima Nova"/>
              </a:rPr>
              <a:t>Key Features &amp;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74200" y="6309360"/>
            <a:ext cx="10355580" cy="6583680"/>
          </a:xfrm>
          <a:prstGeom prst="rect">
            <a:avLst/>
          </a:prstGeom>
          <a:solidFill>
            <a:srgbClr val="F2F2F2"/>
          </a:solidFill>
          <a:ln w="19050">
            <a:solidFill>
              <a:srgbClr val="08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Deployment Guide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74200" y="13304520"/>
            <a:ext cx="10355580" cy="6583680"/>
          </a:xfrm>
          <a:prstGeom prst="rect">
            <a:avLst/>
          </a:prstGeom>
          <a:solidFill>
            <a:srgbClr val="F2F2F2"/>
          </a:solidFill>
          <a:ln w="19050">
            <a:solidFill>
              <a:srgbClr val="08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Configuration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74200" y="20391120"/>
            <a:ext cx="10355580" cy="338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dirty="0"/>
              <a:t>• Azure-based deployment</a:t>
            </a:r>
          </a:p>
          <a:p>
            <a:r>
              <a:rPr sz="4400" dirty="0"/>
              <a:t>• RBAC &amp; MFA implemented</a:t>
            </a:r>
          </a:p>
          <a:p>
            <a:r>
              <a:rPr sz="4400" dirty="0"/>
              <a:t>• </a:t>
            </a:r>
            <a:r>
              <a:rPr lang="en-US" sz="4400" dirty="0"/>
              <a:t>Account lockout and Active Directory security policies successfully configured.</a:t>
            </a:r>
            <a:endParaRPr sz="4400" dirty="0"/>
          </a:p>
          <a:p>
            <a:r>
              <a:rPr sz="4400" dirty="0"/>
              <a:t>• Audit logging &amp; backups verified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86980" y="5074920"/>
            <a:ext cx="10355580" cy="914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Proxima Nova"/>
                <a:ea typeface="Proxima Nova"/>
                <a:cs typeface="Proxima Nova"/>
              </a:rPr>
              <a:t>The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86980" y="6309360"/>
            <a:ext cx="10355580" cy="10156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400" dirty="0"/>
              <a:t>Sonali Mohammed — Project Lead </a:t>
            </a:r>
            <a:r>
              <a:rPr lang="en-US" sz="4400" u="sng" dirty="0">
                <a:hlinkClick r:id="rId3"/>
              </a:rPr>
              <a:t>linkedin.com/in/sonali-lilah</a:t>
            </a:r>
            <a:r>
              <a:rPr lang="en-US" sz="4400" dirty="0"/>
              <a:t> </a:t>
            </a:r>
          </a:p>
          <a:p>
            <a:r>
              <a:rPr lang="en-US" sz="4400" dirty="0"/>
              <a:t>Justin Barroso — Identity &amp; Access </a:t>
            </a:r>
            <a:r>
              <a:rPr lang="en-US" sz="4400" u="sng" dirty="0">
                <a:hlinkClick r:id="rId4"/>
              </a:rPr>
              <a:t>www.linkedin.com/in/justin-barroso-7a9756228</a:t>
            </a:r>
            <a:r>
              <a:rPr lang="en-US" sz="4400" dirty="0"/>
              <a:t> </a:t>
            </a:r>
          </a:p>
          <a:p>
            <a:r>
              <a:rPr lang="en-US" sz="4400" dirty="0"/>
              <a:t>Santiago Ferreira Rolon — Azure &amp; Documentation </a:t>
            </a:r>
            <a:r>
              <a:rPr lang="en-US" sz="4400" u="sng" dirty="0">
                <a:hlinkClick r:id="rId5"/>
              </a:rPr>
              <a:t>https://www.linkedin.com/in/santiago-ferreira-77a489231/</a:t>
            </a:r>
            <a:endParaRPr lang="en-US" sz="4400" dirty="0"/>
          </a:p>
          <a:p>
            <a:r>
              <a:rPr lang="en-US" sz="4400" dirty="0"/>
              <a:t>David Alonso — Testing </a:t>
            </a:r>
            <a:r>
              <a:rPr lang="en-US" sz="4400" u="sng" dirty="0">
                <a:hlinkClick r:id="rId6"/>
              </a:rPr>
              <a:t>https://www.linkedin.com/in/david-alonso-8345423a3</a:t>
            </a:r>
            <a:endParaRPr lang="en-US" sz="4400" dirty="0"/>
          </a:p>
          <a:p>
            <a:endParaRPr lang="en-US" sz="4400" dirty="0"/>
          </a:p>
          <a:p>
            <a:r>
              <a:rPr lang="en-US" sz="4400" dirty="0"/>
              <a:t>Demetrius Smith — Deployment </a:t>
            </a:r>
            <a:r>
              <a:rPr lang="en-US" sz="4400" u="sng" dirty="0">
                <a:hlinkClick r:id="rId7"/>
              </a:rPr>
              <a:t>https://www.linkedin.com/in/ds3065</a:t>
            </a:r>
            <a:r>
              <a:rPr lang="en-US" sz="4400" dirty="0"/>
              <a:t>______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86980" y="17739360"/>
            <a:ext cx="10355580" cy="914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Proxima Nova"/>
                <a:ea typeface="Proxima Nova"/>
                <a:cs typeface="Proxima Nova"/>
              </a:rPr>
              <a:t>Technologies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86980" y="18973800"/>
            <a:ext cx="10355580" cy="473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dirty="0"/>
              <a:t>Microsoft Azure</a:t>
            </a:r>
          </a:p>
          <a:p>
            <a:r>
              <a:rPr sz="4400" dirty="0"/>
              <a:t>Windows Server 2022</a:t>
            </a:r>
          </a:p>
          <a:p>
            <a:r>
              <a:rPr sz="4400" dirty="0"/>
              <a:t>Microsoft Entra ID</a:t>
            </a:r>
          </a:p>
          <a:p>
            <a:r>
              <a:rPr sz="4400" dirty="0"/>
              <a:t>Microsoft Intune</a:t>
            </a:r>
          </a:p>
          <a:p>
            <a:r>
              <a:rPr sz="4400" dirty="0"/>
              <a:t>OpenVPN</a:t>
            </a:r>
          </a:p>
          <a:p>
            <a:r>
              <a:rPr sz="4400" dirty="0"/>
              <a:t>Windows Defender Firewall</a:t>
            </a:r>
          </a:p>
          <a:p>
            <a:r>
              <a:rPr sz="4400" dirty="0"/>
              <a:t>PowerShell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86980" y="23784222"/>
            <a:ext cx="10355580" cy="914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</a:rPr>
              <a:t>Acknowledgments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86980" y="25118803"/>
            <a:ext cx="1035558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dirty="0"/>
              <a:t>Instructor: Dr. Masoud Sadjadi</a:t>
            </a:r>
          </a:p>
          <a:p>
            <a:r>
              <a:rPr sz="4400" dirty="0"/>
              <a:t>Florida International University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31546800"/>
            <a:ext cx="43891200" cy="13716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Ins="548640" rtlCol="0" anchor="ctr"/>
          <a:lstStyle/>
          <a:p>
            <a:pPr algn="l"/>
            <a:r>
              <a:rPr sz="2200" b="0">
                <a:solidFill>
                  <a:srgbClr val="FFFFFF"/>
                </a:solidFill>
                <a:latin typeface="Proxima Nova"/>
                <a:ea typeface="Proxima Nova"/>
                <a:cs typeface="Proxima Nova"/>
              </a:rPr>
              <a:t>FIU College of Engineering &amp; Computing — Knight Foundation School of Computing and Information Sciences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0" y="315468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Proxima Nova"/>
                <a:ea typeface="Proxima Nova"/>
                <a:cs typeface="Proxima Nova"/>
              </a:rPr>
              <a:t>capstone.cs.fiu.edu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4205768-0EE6-EA3F-2299-48B7A040FE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61420" y="6355080"/>
            <a:ext cx="10355580" cy="1641348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66E4F35-CCF0-A514-4553-6B7150BA7104}"/>
              </a:ext>
            </a:extLst>
          </p:cNvPr>
          <p:cNvSpPr txBox="1"/>
          <p:nvPr/>
        </p:nvSpPr>
        <p:spPr>
          <a:xfrm>
            <a:off x="10149840" y="1225747"/>
            <a:ext cx="229743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081E3F"/>
                </a:solidFill>
                <a:latin typeface="Proxima Nova"/>
                <a:ea typeface="Proxima Nova"/>
                <a:cs typeface="Proxima Nova"/>
              </a:rPr>
              <a:t>Secure Clinic IT Infrastructure:</a:t>
            </a:r>
          </a:p>
          <a:p>
            <a:pPr algn="ctr"/>
            <a:r>
              <a:rPr lang="en-US" sz="6600" b="1" dirty="0">
                <a:solidFill>
                  <a:srgbClr val="081E3F"/>
                </a:solidFill>
                <a:latin typeface="Proxima Nova"/>
                <a:ea typeface="Proxima Nova"/>
                <a:cs typeface="Proxima Nova"/>
              </a:rPr>
              <a:t>Implementation, Deployment, and Security Validation</a:t>
            </a:r>
          </a:p>
          <a:p>
            <a:pPr algn="ctr"/>
            <a:endParaRPr lang="en-US" sz="9600" b="1" dirty="0">
              <a:solidFill>
                <a:srgbClr val="081E3F"/>
              </a:solidFill>
              <a:latin typeface="Proxima Nova"/>
              <a:ea typeface="Proxima Nova"/>
              <a:cs typeface="Proxima Nova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85323BE-4A0E-8C31-33A4-8281EA2EB8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74200" y="6299529"/>
            <a:ext cx="10355580" cy="659351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EE8E0E9-EA43-090A-C2C5-2BE7C3670B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74200" y="13304520"/>
            <a:ext cx="10355580" cy="6802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318</Words>
  <Application>Microsoft Office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Proxima Nova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sonali mohammed</cp:lastModifiedBy>
  <cp:revision>2</cp:revision>
  <dcterms:created xsi:type="dcterms:W3CDTF">2013-01-27T09:14:16Z</dcterms:created>
  <dcterms:modified xsi:type="dcterms:W3CDTF">2026-07-12T23:16:25Z</dcterms:modified>
  <cp:category/>
</cp:coreProperties>
</file>